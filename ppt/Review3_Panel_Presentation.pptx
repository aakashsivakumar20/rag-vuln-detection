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97280"/>
            <a:ext cx="640080" cy="329184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097280"/>
            <a:ext cx="1828800" cy="402336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326880" y="1920240"/>
            <a:ext cx="1554480" cy="45720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144000" y="1920240"/>
            <a:ext cx="1737360" cy="338328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0332720" y="3291840"/>
            <a:ext cx="1005840" cy="109728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0" y="3291840"/>
            <a:ext cx="182880" cy="182880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3749040"/>
            <a:ext cx="2743200" cy="137160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10344" y="101498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0799064" y="1837944"/>
            <a:ext cx="164592" cy="164592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11" name="Shape 9"/>
          <p:cNvSpPr/>
          <p:nvPr/>
        </p:nvSpPr>
        <p:spPr>
          <a:xfrm>
            <a:off x="9244584" y="2295144"/>
            <a:ext cx="164592" cy="164592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56264" y="320954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8695944" y="3666744"/>
            <a:ext cx="164592" cy="164592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50424" y="4306824"/>
            <a:ext cx="164592" cy="164592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15" name="Shape 13"/>
          <p:cNvSpPr/>
          <p:nvPr/>
        </p:nvSpPr>
        <p:spPr>
          <a:xfrm>
            <a:off x="9061704" y="522122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9144" y="5038344"/>
            <a:ext cx="164592" cy="164592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640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CHENNAI  ·  SCHOOL OF COMPUTER SCIENCE AND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1371600"/>
            <a:ext cx="8778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Secure Code Analysis and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Detection using Retrieval-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Augmented Generation (RAG)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— Project I   |   Review 3 (Panel Review)   |   16 September 2026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51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 modules implemented · running end-to-end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7863840" cy="1828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93776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Sivakumar — 23BCE5119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Udhay Anand Pandiyan — 23BCE1793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Jenila Livingston L 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1447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B.Tech.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2C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1907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7190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System &amp; Architecture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2128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designed at Review 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2CC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171907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52360" y="17190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Scope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2360" y="22128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"~50% implementation" means, module by module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2CC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13639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136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Walkthrough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6301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→ chunking → embedding → KB → retrieval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2971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2CC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313639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52360" y="3136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Technical Decision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2360" y="36301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embedding-model constraint, and how we resolved 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2CC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55371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45537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Obtained So Far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0474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Real-repo run, labeled benchmark, automated tests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3891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2CC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29400" y="455371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52360" y="45537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Plan for Review 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52360" y="50474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next, and why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Designed System (Review 2)</a:t>
            </a:r>
            <a:endParaRPr lang="en-US" sz="2800" dirty="0"/>
          </a:p>
        </p:txBody>
      </p:sp>
      <p:pic>
        <p:nvPicPr>
          <p:cNvPr id="4" name="Image 0" descr="../design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234440"/>
            <a:ext cx="566928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2514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modules across five layers: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Processing (ingest, chunk, embed) → AI/Retrieval (dual-context RAG + LLM analysis) → Scoring &amp; Remediation → Persistence &amp; Dashboard.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asked for roughly half of this working end-to-end against real code.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REVIEW 3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10 Modules — Implemented and Running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466344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6537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Ingestion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Cloned &amp; filtered a real public repo (§4.3)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Parsing &amp; Chunking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Tree-sitter, function/class-level, tested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Service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model substitution + measured fix (§4.2)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Knowledge Base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entries: OWASP Top 10:2025 + CWE Top 25:2025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Retrieval Orchestrator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Dual-context retrieval demoed &amp; benchmarked (§4.4)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Security Analysis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C97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4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LLM API provisioning — planned next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Scoring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C97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4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module — designed, not yet coded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 Generation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5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LLM analysis stage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Store (MongoDB)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C97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4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layer for findings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5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 UI — final-review scope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Implemented Pipeline,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61058" cy="3931920"/>
          </a:xfrm>
          <a:prstGeom prst="roundRect">
            <a:avLst>
              <a:gd name="adj" fmla="val 4437"/>
            </a:avLst>
          </a:prstGeom>
          <a:solidFill>
            <a:srgbClr val="065A82"/>
          </a:solidFill>
          <a:ln/>
        </p:spPr>
      </p:sp>
      <p:pic>
        <p:nvPicPr>
          <p:cNvPr id="5" name="Image 0" descr="icon_Fa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137" y="192024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468880"/>
            <a:ext cx="1786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788920"/>
            <a:ext cx="1786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3291840"/>
            <a:ext cx="173187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git clone; filter vendored/binary/oversize/unsupported-language files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2609698" y="34290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10866" y="1691640"/>
            <a:ext cx="2061058" cy="3931920"/>
          </a:xfrm>
          <a:prstGeom prst="roundRect">
            <a:avLst>
              <a:gd name="adj" fmla="val 4437"/>
            </a:avLst>
          </a:prstGeom>
          <a:solidFill>
            <a:srgbClr val="065A82"/>
          </a:solidFill>
          <a:ln/>
        </p:spPr>
      </p:sp>
      <p:pic>
        <p:nvPicPr>
          <p:cNvPr id="11" name="Image 1" descr="icon_FaListU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362" y="1920240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8026" y="2468880"/>
            <a:ext cx="1786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48026" y="2788920"/>
            <a:ext cx="1786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75458" y="3291840"/>
            <a:ext cx="173187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AST parse → function/class-level chunks (Python, JS, TS)</a:t>
            </a:r>
            <a:endParaRPr lang="en-US" sz="980" dirty="0"/>
          </a:p>
        </p:txBody>
      </p:sp>
      <p:sp>
        <p:nvSpPr>
          <p:cNvPr id="15" name="Text 11"/>
          <p:cNvSpPr/>
          <p:nvPr/>
        </p:nvSpPr>
        <p:spPr>
          <a:xfrm>
            <a:off x="4871923" y="34290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073091" y="1691640"/>
            <a:ext cx="2061058" cy="3931920"/>
          </a:xfrm>
          <a:prstGeom prst="roundRect">
            <a:avLst>
              <a:gd name="adj" fmla="val 4437"/>
            </a:avLst>
          </a:prstGeom>
          <a:solidFill>
            <a:srgbClr val="065A82"/>
          </a:solidFill>
          <a:ln/>
        </p:spPr>
      </p:sp>
      <p:pic>
        <p:nvPicPr>
          <p:cNvPr id="17" name="Image 2" descr="icon_Fa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88" y="1920240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0251" y="2468880"/>
            <a:ext cx="1786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10251" y="2788920"/>
            <a:ext cx="1786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237683" y="3291840"/>
            <a:ext cx="173187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IDF-weighted GloVe averaging, camelCase/snake_case-aware tokenizer</a:t>
            </a:r>
            <a:endParaRPr lang="en-US" sz="980" dirty="0"/>
          </a:p>
        </p:txBody>
      </p:sp>
      <p:sp>
        <p:nvSpPr>
          <p:cNvPr id="21" name="Text 16"/>
          <p:cNvSpPr/>
          <p:nvPr/>
        </p:nvSpPr>
        <p:spPr>
          <a:xfrm>
            <a:off x="7134149" y="34290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335317" y="1691640"/>
            <a:ext cx="2061058" cy="3931920"/>
          </a:xfrm>
          <a:prstGeom prst="roundRect">
            <a:avLst>
              <a:gd name="adj" fmla="val 4437"/>
            </a:avLst>
          </a:prstGeom>
          <a:solidFill>
            <a:srgbClr val="065A82"/>
          </a:solidFill>
          <a:ln/>
        </p:spPr>
      </p:sp>
      <p:pic>
        <p:nvPicPr>
          <p:cNvPr id="23" name="Image 3" descr="icon_Fa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814" y="1920240"/>
            <a:ext cx="512064" cy="5120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72477" y="2468880"/>
            <a:ext cx="1786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472477" y="2788920"/>
            <a:ext cx="1786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KB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99909" y="3291840"/>
            <a:ext cx="173187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10:2025 + CWE Top 25:2025 → 35-entry FAISS knowledge base</a:t>
            </a:r>
            <a:endParaRPr lang="en-US" sz="980" dirty="0"/>
          </a:p>
        </p:txBody>
      </p:sp>
      <p:sp>
        <p:nvSpPr>
          <p:cNvPr id="27" name="Text 21"/>
          <p:cNvSpPr/>
          <p:nvPr/>
        </p:nvSpPr>
        <p:spPr>
          <a:xfrm>
            <a:off x="9396374" y="34290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597542" y="1691640"/>
            <a:ext cx="2061058" cy="3931920"/>
          </a:xfrm>
          <a:prstGeom prst="roundRect">
            <a:avLst>
              <a:gd name="adj" fmla="val 4437"/>
            </a:avLst>
          </a:prstGeom>
          <a:solidFill>
            <a:srgbClr val="065A82"/>
          </a:solidFill>
          <a:ln/>
        </p:spPr>
      </p:sp>
      <p:pic>
        <p:nvPicPr>
          <p:cNvPr id="29" name="Image 4" descr="icon_Fa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2039" y="1920240"/>
            <a:ext cx="512064" cy="5120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734702" y="2468880"/>
            <a:ext cx="1786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734702" y="2788920"/>
            <a:ext cx="1786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762134" y="3291840"/>
            <a:ext cx="173187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Dual-context: nearest repo code + nearest security-KB entries, per chunk</a:t>
            </a:r>
            <a:endParaRPr lang="en-US" sz="980" dirty="0"/>
          </a:p>
        </p:txBody>
      </p:sp>
      <p:sp>
        <p:nvSpPr>
          <p:cNvPr id="33" name="Text 26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stages run against real code, not synthetic examples — see Results (slides 9–11).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3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TECHNICAL 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Constraint, and How We Resolved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BEDE8"/>
          </a:solidFill>
          <a:ln/>
        </p:spPr>
      </p:sp>
      <p:pic>
        <p:nvPicPr>
          <p:cNvPr id="5" name="Image 0" descr="icon_FaExclamation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build environment's network policy blocks Hugging Face Hub and Stanford NLP's file host — confirmed by direct connection tests — which is where the "code-specialised embedding model" named in our proposal is normally downloaded from.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/>
        </p:spPr>
      </p:sp>
      <p:pic>
        <p:nvPicPr>
          <p:cNvPr id="8" name="Image 1" descr="icon_Fa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67004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GitHub-hosted distribution was reachable, so we substituted IDF-weighted averaged GloVe word vectors (glove-wiki-gigaword-100, via gensim's GitHub-hosted gensim-data) — a genuine pretrained embedding, documented everywhere it matters, confined to one module.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3794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we found, measured, and fixed — not just claimed to fix: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2519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BEDE8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4389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(plain averaging)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77240" y="47548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averaging retrieved CWE-22 (Path Traversal) above the correct CWE-89 (SQL Injection) on a classic SQLi snippet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shared tokens ("select", "user") diluted the average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42519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AF3F8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0" y="4389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(IDF-weighted) — 54.5% → 63.6% top-1 accuracy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400800" y="47548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IDF weighting over the KB corpus + camelCase/snake_case identifier splitting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 the full 22-snippet benchmark to measure the actual effect, not assume it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3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Knowledge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251960"/>
          </a:xfrm>
          <a:prstGeom prst="roundRect">
            <a:avLst>
              <a:gd name="adj" fmla="val 277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standards-based entries indexed and retrievable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+ 25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10:2025 categories + CWE Top 25:2025 weaknesses</a:t>
            </a:r>
            <a:endParaRPr lang="en-US" sz="1100" dirty="0"/>
          </a:p>
        </p:txBody>
      </p:sp>
      <p:pic>
        <p:nvPicPr>
          <p:cNvPr id="9" name="Image 0" descr="icon_Fa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6459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0" y="1581912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current standards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1947672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directly from top10.owasp.org/2025 and cwe.mitre.org/top25/archive/2025 — not paraphrased from memory</a:t>
            </a:r>
            <a:endParaRPr lang="en-US" sz="1100" dirty="0"/>
          </a:p>
        </p:txBody>
      </p:sp>
      <p:pic>
        <p:nvPicPr>
          <p:cNvPr id="12" name="Image 1" descr="icon_Fa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7432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2679192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entries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46320" y="3044952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entry: rank, CWE-ID, name, mapped OWASP category, description, example vulnerable pattern</a:t>
            </a:r>
            <a:endParaRPr lang="en-US" sz="1100" dirty="0"/>
          </a:p>
        </p:txBody>
      </p:sp>
      <p:pic>
        <p:nvPicPr>
          <p:cNvPr id="15" name="Image 2" descr="icon_Fa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8404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3776472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retrieval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846320" y="4142232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Sanity-checked on 4 classic weakness types (SQLi, command injection, path traversal, deserialization) — all correct at rank 1</a:t>
            </a:r>
            <a:endParaRPr lang="en-US" sz="1100" dirty="0"/>
          </a:p>
        </p:txBody>
      </p:sp>
      <p:pic>
        <p:nvPicPr>
          <p:cNvPr id="18" name="Image 3" descr="icon_Fa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493776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46320" y="4873752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note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46320" y="5239512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CWE→OWASP mapping is this project's own best-fit judgment, documented as such — not claimed as an official crosswalk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3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 SO FAR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Real-Repository Run: OWASP/NodeGoat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public, intentionally-vulnerable Node.js reference application — small enough to inspect by hand, well known enough for an external sanity check.</a:t>
            </a:r>
            <a:endParaRPr lang="en-US" sz="1200" dirty="0"/>
          </a:p>
        </p:txBody>
      </p:sp>
      <p:pic>
        <p:nvPicPr>
          <p:cNvPr id="5" name="Image 0" descr="../results/ingestion_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5577840" cy="4206240"/>
          </a:xfrm>
          <a:prstGeom prst="rect">
            <a:avLst/>
          </a:prstGeom>
        </p:spPr>
      </p:pic>
      <p:pic>
        <p:nvPicPr>
          <p:cNvPr id="6" name="Image 1" descr="../results/chunking_tim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65960"/>
            <a:ext cx="5577840" cy="4206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3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 SO FAR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Retrieval-Accuracy Benchmark (22 Labeled Snippets)</a:t>
            </a:r>
            <a:endParaRPr lang="en-US" sz="2800" dirty="0"/>
          </a:p>
        </p:txBody>
      </p:sp>
      <p:pic>
        <p:nvPicPr>
          <p:cNvPr id="4" name="Image 0" descr="../results/benchmark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4360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371600"/>
            <a:ext cx="4892040" cy="1920240"/>
          </a:xfrm>
          <a:prstGeom prst="roundRect">
            <a:avLst>
              <a:gd name="adj" fmla="val 3810"/>
            </a:avLst>
          </a:prstGeom>
          <a:solidFill>
            <a:srgbClr val="EAF3F8"/>
          </a:solidFill>
          <a:ln/>
        </p:spPr>
      </p:sp>
      <p:sp>
        <p:nvSpPr>
          <p:cNvPr id="6" name="Text 3"/>
          <p:cNvSpPr/>
          <p:nvPr/>
        </p:nvSpPr>
        <p:spPr>
          <a:xfrm>
            <a:off x="6995160" y="15087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63.6% / 72.7%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95160" y="21488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/ Top-3 retrieval accuracy against ground-truth CWE labels, using the IDF-weighted embedding actually shipped in the pipeline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66560" y="3520440"/>
            <a:ext cx="4892040" cy="2011680"/>
          </a:xfrm>
          <a:prstGeom prst="roundRect">
            <a:avLst>
              <a:gd name="adj" fmla="val 3636"/>
            </a:avLst>
          </a:prstGeom>
          <a:solidFill>
            <a:srgbClr val="FBEDE8"/>
          </a:solidFill>
          <a:ln/>
        </p:spPr>
      </p:sp>
      <p:sp>
        <p:nvSpPr>
          <p:cNvPr id="9" name="Text 6"/>
          <p:cNvSpPr/>
          <p:nvPr/>
        </p:nvSpPr>
        <p:spPr>
          <a:xfrm>
            <a:off x="6995160" y="3657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still struggles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95160" y="4023360"/>
            <a:ext cx="4480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related access-control weaknesses (Missing/Incorrect Authorization, IDOR, Broken Access Control) — these differ on facts a word-frequency model can't see (is a check present at all, or present but wrong?). This is the specific, motivated target for the Review 4 LLM reasoning step.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 SO FAR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1A214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src/tests/test_pipeline.py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43400" y="1828800"/>
            <a:ext cx="7223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JavaScript chunkers correctly identify function/class boundaries and names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tokenizer correctly splits camelCase and snake_case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unit-normalised (L2 norm = 1)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 save/load round-trip preserves vectors and metadata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loads all 35 entries correctly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SQL-injection sanity check retrieves CWE-89 at rank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Openly Stated — and the Plan for Review 4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4206240"/>
        </p:xfrm>
        <a:graphic>
          <a:graphicData uri="http://schemas.openxmlformats.org/drawingml/2006/table">
            <a:tbl>
              <a:tblPr/>
              <a:tblGrid>
                <a:gridCol w="5486400"/>
                <a:gridCol w="5623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(today)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Review 4 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GloVe embedding is a documented substitute for a code-specialised transformer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in once model hosting/API access is available; re-run the same benchmark to measure the 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module.exports = function(){...} wrapper chunks as one large 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on inner method definitions for older CommonJS-style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Access-control CWE family (Authorization/IDOR/Access-Control) is hard to separate by retrieval alone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 LLM reasoning step specifically for this weakness family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Python/JS/TS processed; other languages retained, not analysed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chunking/embedding to further languages per §3.8 future 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4 (12–16 Oct 2026): integrate LLM security analysis + rule-based severity scoring end-to-end; initial dashboard.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FaShield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2801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688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3749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10 modules implemented · 63.6% / 72.7% retrieval accuracy · 7 / 7 tests passing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Secure Code Analysis and Vulnerability Detection using RAG  ·  BCSE497J Project I  ·  VIT Chennai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2026-09-14T11:14:57Z</dcterms:created>
  <dcterms:modified xsi:type="dcterms:W3CDTF">2026-09-14T11:14:57Z</dcterms:modified>
</cp:coreProperties>
</file>